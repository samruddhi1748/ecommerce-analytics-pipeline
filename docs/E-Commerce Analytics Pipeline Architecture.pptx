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94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A05D0-97F5-B244-1F08-8874E753C3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9C6650-2AE7-0DC0-00D8-E664C01DF7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74786A-CE86-3B1D-409B-7035935D4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39FF2-A967-4158-B3EB-2363ABC55E09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0A44A6-6AE3-2977-C839-31FA43C4A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72A920-93EA-65DD-75ED-59DD040BD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1BAAAE-F958-41AA-9E09-E0E79451E3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0893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3CDEA-A2D5-C5CC-3A69-418F057C4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741597-BB7B-F842-DEC4-4BDEF0D1DF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73FCF0-9A5D-E46C-3099-E3BB0A1D5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39FF2-A967-4158-B3EB-2363ABC55E09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2B35FF-1D80-B18A-DB25-D2FA646AF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B7C275-5F26-4363-C8DD-F063E0A7A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1BAAAE-F958-41AA-9E09-E0E79451E3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96443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1B6A3-0B84-87D9-235F-AA98C3B33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074FDE-A932-D4D7-7FE5-2520F02F4B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37A95C-FCBD-68AE-E91A-A69DFBA1C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39FF2-A967-4158-B3EB-2363ABC55E09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152789-1729-6175-F30C-EFEB170A9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9A593A-61E8-CEA0-82EF-48EA4349D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1BAAAE-F958-41AA-9E09-E0E79451E3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6666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E9DD2-0A56-F0EC-90E2-AC40B6032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BDBA4-FD74-3791-55C8-80EB44D7CF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40741B-680A-2E24-C50E-AE5BD888B5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DBF06C-A09B-3BE2-957E-99B3E4A06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39FF2-A967-4158-B3EB-2363ABC55E09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F58CC9-36B7-D0EB-2629-6A40BB132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40F222-68B1-F50B-612D-94D141D38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1BAAAE-F958-41AA-9E09-E0E79451E3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15725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228C9-7EBD-103A-0679-126A3A31B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3EE92E-BF2D-BD5C-60FC-20719ACCE6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1FA91B-17B9-A4DF-CCC3-758671D409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BA2FAE-B260-3B7D-CDB0-2B725754BB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08F19D-5B2E-DA1B-9DE4-6C85A82CE5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DC61B7-A691-8DAD-4F2E-9A83E1679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39FF2-A967-4158-B3EB-2363ABC55E09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4469D2-3108-6372-E0B2-8587789FD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8F2E35D-D2F9-6CBF-C09F-A8D17660E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1BAAAE-F958-41AA-9E09-E0E79451E3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7742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F8961-23E0-6BDF-8205-CEF867418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124C69-DDD0-0659-4946-93CF08C5F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39FF2-A967-4158-B3EB-2363ABC55E09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9ECD28-C00F-6728-696D-B3B3B049C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BCB239-210B-8DFA-DF49-2E086FD09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1BAAAE-F958-41AA-9E09-E0E79451E3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0250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79CCDC-A689-2C66-017C-440D43C0F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39FF2-A967-4158-B3EB-2363ABC55E09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124878-C6F8-D211-0FB8-A953F9226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F33D12-2294-ACF1-CBC0-6C34A0434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1BAAAE-F958-41AA-9E09-E0E79451E3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83127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B05FC-4F43-D00A-EF78-C5668C21A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79CBDA-6AF9-36B1-6DB6-8D998D72E7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0416D0-AB35-FAA7-B004-FD7B4A38FD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4A3031-4FB1-E689-B256-DCB67B879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39FF2-A967-4158-B3EB-2363ABC55E09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AA832B-69BE-0CC4-5749-AF7C9DC8B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3882FD-84ED-BCB0-4EE1-DB84759DC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1BAAAE-F958-41AA-9E09-E0E79451E3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8900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BB38D-CEA0-5C4C-12F1-1EDFFD0D5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5323DF-3325-103F-A33C-7B5F7BA5AA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4930EC-7C27-0177-A403-474DA3E97D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C21913-980B-ADF2-5E15-225F156B7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39FF2-A967-4158-B3EB-2363ABC55E09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F44A46-39C9-C872-30ED-C1474BC00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DA57F6-32C4-03B7-BE48-FBF1E3575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1BAAAE-F958-41AA-9E09-E0E79451E3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85517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3A9FD-09E7-BAA5-DA42-F525B6E1B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29138B-E593-F741-54F9-C81F50BD09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A4D9C6-B550-3710-D709-D025CFEEC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39FF2-A967-4158-B3EB-2363ABC55E09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B2580D-225D-2133-DCD3-45F050B25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F2C6D6-4E18-570A-CE38-D73601A15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1BAAAE-F958-41AA-9E09-E0E79451E3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58078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5717CE-40E6-4C6B-6221-41BF1D445F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F545EE-5CD6-042B-631E-2CCF903285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86E9B1-71ED-F163-4441-2FD6874C3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39FF2-A967-4158-B3EB-2363ABC55E09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6B68DD-5AF4-BB4B-EA66-2AFC3520A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EC30C-58C9-E8CF-2C49-C3929002C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1BAAAE-F958-41AA-9E09-E0E79451E3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7750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844978-BDFA-85E0-3374-C6DE5D366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5E2112-8D2A-B90A-7D1F-6F9D2D5C95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7D436A-15D2-5AA3-1E65-EE4E1B1E23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A39FF2-A967-4158-B3EB-2363ABC55E09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872B60-5BF5-BABB-BF5B-803BFEF806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6B9B8D-5320-D7B2-C6FB-45DBE9E3C5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1BAAAE-F958-41AA-9E09-E0E79451E3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9464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EF50F03-7E5D-52E7-8E33-D1DE51E60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7030A0"/>
                </a:solidFill>
              </a:rPr>
              <a:t>E-Commerce Analytics Pipeline Architecture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C1416AA-7A4F-07F3-4917-020C998D2F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endParaRPr lang="en-IN" b="1" dirty="0"/>
          </a:p>
          <a:p>
            <a:pPr marL="0" indent="0" algn="ctr">
              <a:buNone/>
            </a:pPr>
            <a:r>
              <a:rPr lang="en-IN" b="1" dirty="0"/>
              <a:t>Raw </a:t>
            </a:r>
            <a:r>
              <a:rPr lang="en-IN" b="1" dirty="0" err="1"/>
              <a:t>Olist</a:t>
            </a:r>
            <a:r>
              <a:rPr lang="en-IN" b="1" dirty="0"/>
              <a:t> Data</a:t>
            </a:r>
          </a:p>
          <a:p>
            <a:pPr marL="0" indent="0" algn="ctr">
              <a:buNone/>
            </a:pPr>
            <a:r>
              <a:rPr lang="en-IN" b="1" dirty="0"/>
              <a:t>      </a:t>
            </a:r>
            <a:r>
              <a:rPr lang="en-IN" b="1" dirty="0">
                <a:solidFill>
                  <a:srgbClr val="FF0000"/>
                </a:solidFill>
              </a:rPr>
              <a:t>↓</a:t>
            </a:r>
          </a:p>
          <a:p>
            <a:pPr marL="0" indent="0" algn="ctr">
              <a:buNone/>
            </a:pPr>
            <a:r>
              <a:rPr lang="en-IN" b="1" dirty="0"/>
              <a:t>            Python ETL Processing</a:t>
            </a:r>
          </a:p>
          <a:p>
            <a:pPr marL="0" indent="0" algn="ctr">
              <a:buNone/>
            </a:pPr>
            <a:r>
              <a:rPr lang="en-IN" b="1" dirty="0">
                <a:solidFill>
                  <a:srgbClr val="FF0000"/>
                </a:solidFill>
              </a:rPr>
              <a:t>      ↓</a:t>
            </a:r>
          </a:p>
          <a:p>
            <a:pPr marL="0" indent="0" algn="ctr">
              <a:buNone/>
            </a:pPr>
            <a:r>
              <a:rPr lang="en-IN" b="1" dirty="0"/>
              <a:t>                   Data Cleaning &amp; Validation</a:t>
            </a:r>
          </a:p>
          <a:p>
            <a:pPr marL="0" indent="0" algn="ctr">
              <a:buNone/>
            </a:pPr>
            <a:r>
              <a:rPr lang="en-IN" b="1" dirty="0">
                <a:solidFill>
                  <a:srgbClr val="FF0000"/>
                </a:solidFill>
              </a:rPr>
              <a:t>      ↓</a:t>
            </a:r>
          </a:p>
          <a:p>
            <a:pPr marL="0" indent="0" algn="ctr">
              <a:buNone/>
            </a:pPr>
            <a:r>
              <a:rPr lang="en-IN" b="1" dirty="0"/>
              <a:t>         Star Schema </a:t>
            </a:r>
            <a:r>
              <a:rPr lang="en-IN" b="1" dirty="0" err="1"/>
              <a:t>Modeling</a:t>
            </a:r>
            <a:endParaRPr lang="en-IN" b="1" dirty="0"/>
          </a:p>
          <a:p>
            <a:pPr marL="0" indent="0" algn="ctr">
              <a:buNone/>
            </a:pPr>
            <a:r>
              <a:rPr lang="en-IN" b="1" dirty="0">
                <a:solidFill>
                  <a:srgbClr val="FF0000"/>
                </a:solidFill>
              </a:rPr>
              <a:t>      ↓</a:t>
            </a:r>
          </a:p>
          <a:p>
            <a:pPr marL="0" indent="0" algn="ctr">
              <a:buNone/>
            </a:pPr>
            <a:r>
              <a:rPr lang="en-IN" b="1" dirty="0"/>
              <a:t>                         Business Intelligence Dashboard</a:t>
            </a:r>
          </a:p>
        </p:txBody>
      </p:sp>
    </p:spTree>
    <p:extLst>
      <p:ext uri="{BB962C8B-B14F-4D97-AF65-F5344CB8AC3E}">
        <p14:creationId xmlns:p14="http://schemas.microsoft.com/office/powerpoint/2010/main" val="36514509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32</Words>
  <Application>Microsoft Office PowerPoint</Application>
  <PresentationFormat>Widescreen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E-Commerce Analytics Pipeline Architecture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Samruddhi Padture</dc:creator>
  <cp:lastModifiedBy>Samruddhi Padture</cp:lastModifiedBy>
  <cp:revision>2</cp:revision>
  <dcterms:created xsi:type="dcterms:W3CDTF">2026-06-13T11:18:24Z</dcterms:created>
  <dcterms:modified xsi:type="dcterms:W3CDTF">2026-06-13T11:27:07Z</dcterms:modified>
</cp:coreProperties>
</file>